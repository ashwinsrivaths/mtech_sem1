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kUbM10d8U5MpMtRm7YKjH76C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/>
          <p:nvPr>
            <p:ph type="ctrTitle"/>
          </p:nvPr>
        </p:nvSpPr>
        <p:spPr>
          <a:xfrm>
            <a:off x="2938259" y="1851799"/>
            <a:ext cx="3267481" cy="818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" type="body"/>
          </p:nvPr>
        </p:nvSpPr>
        <p:spPr>
          <a:xfrm>
            <a:off x="504724" y="1198435"/>
            <a:ext cx="8134550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504724" y="1239583"/>
            <a:ext cx="3594100" cy="288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504724" y="1198435"/>
            <a:ext cx="8134550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47275" y="67450"/>
            <a:ext cx="1419425" cy="726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tensorflow.org/tutorials" TargetMode="External"/><Relationship Id="rId4" Type="http://schemas.openxmlformats.org/officeDocument/2006/relationships/hyperlink" Target="https://www.tensorflow.org/gui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EqWsPO8DVXk" TargetMode="External"/><Relationship Id="rId4" Type="http://schemas.openxmlformats.org/officeDocument/2006/relationships/hyperlink" Target="https://www.tensorflow.org/guide/migrate" TargetMode="External"/><Relationship Id="rId5" Type="http://schemas.openxmlformats.org/officeDocument/2006/relationships/hyperlink" Target="https://www.youtube.com/watch?v=5ECD8J3dvDQ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2914307" y="1851799"/>
            <a:ext cx="3477895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3646576" y="2886176"/>
            <a:ext cx="18859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39BE4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90424" y="497078"/>
            <a:ext cx="12528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504725" y="1198425"/>
            <a:ext cx="4923900" cy="28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tensorflow?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Why we are using tensorflow?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2.x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2.x - features and changes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Changes with respect to TensorFlow 1.x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Keras and it’s advantages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Keras vs tf.keras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Tutorials and guides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2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title"/>
          </p:nvPr>
        </p:nvSpPr>
        <p:spPr>
          <a:xfrm>
            <a:off x="390424" y="497078"/>
            <a:ext cx="188531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TensorFlow</a:t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504724" y="1198435"/>
            <a:ext cx="7552690" cy="1602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is a machine learning library by Google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is open sourced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is mainly used for implementing neural networks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is an end-to-end platform, which means you can use it for building your  models from scratch to deploying them into a production environment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3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type="title"/>
          </p:nvPr>
        </p:nvSpPr>
        <p:spPr>
          <a:xfrm>
            <a:off x="390424" y="497078"/>
            <a:ext cx="522922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TensorFlow for this course?</a:t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504724" y="1198435"/>
            <a:ext cx="7063105" cy="2223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Most used library for deep learning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transition from research to production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Extensive industry support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deployment around servers, mobile devices, web platforms etc</a:t>
            </a:r>
            <a:endParaRPr b="0" i="0" sz="1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You can easily sort out the issues using GitHub, StackOverflow etc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Used by world’s top AI companies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Consistently updated with cutting edge changes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" name="Google Shape;67;p4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type="title"/>
          </p:nvPr>
        </p:nvSpPr>
        <p:spPr>
          <a:xfrm>
            <a:off x="390424" y="497078"/>
            <a:ext cx="382460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Some technical reasons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504724" y="1198435"/>
            <a:ext cx="7848600" cy="1602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and readable syntax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Being a low-level library it provide more flexibility to developers to implement  their own functionalities and services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Provides high level API for implementing advanced neural net architectures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Distributed training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5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390424" y="497078"/>
            <a:ext cx="188531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OS Support</a:t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390424" y="1239583"/>
            <a:ext cx="5332730" cy="1764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is supported on following 64-bit systems: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Ubuntu 16.04 or later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macOS 10.12.6 (Sierra) or later (no GPU support)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Windows 7 or later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Raspbian 9.0 or later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6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390424" y="497078"/>
            <a:ext cx="289369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Language support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504724" y="1198435"/>
            <a:ext cx="1410335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    C++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JavaScript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Java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Go 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Swift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390425" y="497075"/>
            <a:ext cx="5409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New version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- TensorFlow 2.x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504724" y="1198435"/>
            <a:ext cx="7505065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Much easier development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Tight integration with Keras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More familiar for Python developers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Deploy anywhere across servers, mobile and edge devices, browser and  Node.js with TensorFlow Extended, TensorFlow Lite and TensorFlow .J 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Multi GPU support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8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390424" y="497078"/>
            <a:ext cx="31705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What’s new in TF2?</a:t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504724" y="1198435"/>
            <a:ext cx="7800975" cy="128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tf.function(): Creates a callable TensorFlow graph from a Python function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tf.GradientTape(): Records operations for automatic differentiation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tf.data(): helps in building complex input pipelines from simple, and reusable  pieces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9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type="title"/>
          </p:nvPr>
        </p:nvSpPr>
        <p:spPr>
          <a:xfrm>
            <a:off x="390424" y="497078"/>
            <a:ext cx="637476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Changes with respect to TensorFlow 1.x</a:t>
            </a:r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504724" y="1198435"/>
            <a:ext cx="7868920" cy="128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Cleaning up of APIs: many APIs are either gone or moved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Eager execution (default): no need manually compile the abstract syntax tree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No more globals: no need to track variables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of function and elimination of session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0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390424" y="497078"/>
            <a:ext cx="596011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building: from simple to flexible</a:t>
            </a:r>
            <a:endParaRPr/>
          </a:p>
        </p:txBody>
      </p:sp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504725" y="1239575"/>
            <a:ext cx="3758700" cy="2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/>
            </a:pPr>
            <a:r>
              <a:rPr lang="en-US"/>
              <a:t>Sequential API + built in layers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/>
            </a:pPr>
            <a:r>
              <a:rPr lang="en-US"/>
              <a:t>Functional API + built in layers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/>
            </a:pPr>
            <a:r>
              <a:rPr lang="en-US"/>
              <a:t>Functional API + custom layers</a:t>
            </a:r>
            <a:endParaRPr/>
          </a:p>
          <a:p>
            <a:pPr indent="0" lvl="0" marL="18796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00"/>
              <a:buNone/>
            </a:pPr>
            <a:r>
              <a:rPr lang="en-US"/>
              <a:t>+ custom metrics</a:t>
            </a:r>
            <a:endParaRPr/>
          </a:p>
          <a:p>
            <a:pPr indent="0" lvl="0" marL="1879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</a:pPr>
            <a:r>
              <a:rPr lang="en-US"/>
              <a:t>+ custom losses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 startAt="4"/>
            </a:pPr>
            <a:r>
              <a:rPr lang="en-US"/>
              <a:t>Subclassing: write everything</a:t>
            </a:r>
            <a:endParaRPr/>
          </a:p>
          <a:p>
            <a:pPr indent="0" lvl="0" marL="1751964" marR="56451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yourself from  scratch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4172086" y="1239583"/>
            <a:ext cx="621665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8895" marR="0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4919745" y="1239583"/>
            <a:ext cx="3336925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New users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" lvl="0" marL="49530" marR="5080" rtl="0" algn="l">
              <a:lnSpc>
                <a:spcPct val="193888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Engineers with standard use case  Engineers requiring control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4213302" y="3197999"/>
            <a:ext cx="584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4960984" y="3197923"/>
            <a:ext cx="1238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Researchers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1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title"/>
          </p:nvPr>
        </p:nvSpPr>
        <p:spPr>
          <a:xfrm>
            <a:off x="3544676" y="2246800"/>
            <a:ext cx="15945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Keras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390424" y="497078"/>
            <a:ext cx="95504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Keras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504724" y="1198435"/>
            <a:ext cx="5638800" cy="128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Keras is a high-level neural network API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Written and implemented in Python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Can run on top of TensorFlow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was designed keeping fast experimentation in mind.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13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390424" y="497078"/>
            <a:ext cx="289369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Keras advantages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504724" y="1188565"/>
            <a:ext cx="6517005" cy="2224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User-friendly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and user friendly interface. Actionable feedbacks are also provided.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Modular and composable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 are there for every step, you can combine them to build solutions.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to extend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Gives freedom to add custom blocks to build on new ideas.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Cusrom layers, metrics, loss functions etc. can be defined easily.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p14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390424" y="497078"/>
            <a:ext cx="267652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Keras vs tf.keras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04724" y="1198435"/>
            <a:ext cx="8121015" cy="223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263969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In TF2 instead of writing “import keras” you will write  “from tensorflow import keras”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413384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In colab, if you see the message “Using TensorFlow Backend”, you are not  using tensorflow 2.x implementation of keras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tf.keras is the TensorFlow’s implementation of keras so it supports all the latest  changes in the TensorFlow version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tf.keras is also better in support and maintenance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" name="Google Shape;147;p15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390424" y="497078"/>
            <a:ext cx="418020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Latest tutorials and guides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04725" y="1198425"/>
            <a:ext cx="56178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https://www.tensorflow.org/tutorials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https://www.tensorflow.org/guide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" name="Google Shape;154;p16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390424" y="497078"/>
            <a:ext cx="95504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Notes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04725" y="1198425"/>
            <a:ext cx="7030800" cy="1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2.0 announcement video: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 v=EqWsPO8DVXk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4965" marR="66738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Guide to convert your code from TF 1 to TF 2: </a:t>
            </a: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https://www.tensorflow.org/guide/migrate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Detailed introduction video: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 v=5ECD8J 3dvDQ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" name="Google Shape;161;p17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ctrTitle"/>
          </p:nvPr>
        </p:nvSpPr>
        <p:spPr>
          <a:xfrm>
            <a:off x="2938248" y="1851800"/>
            <a:ext cx="40113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3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</a:t>
            </a:r>
            <a:r>
              <a:rPr lang="en-US">
                <a:solidFill>
                  <a:srgbClr val="039BE4"/>
                </a:solidFill>
              </a:rPr>
              <a:t>you!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205378" y="2886176"/>
            <a:ext cx="28530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Happy Learning :)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2020-11-19T09:31:17Z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2020-11-19T00:00:00Z</vt:filetime>
  </property>
</Properties>
</file>